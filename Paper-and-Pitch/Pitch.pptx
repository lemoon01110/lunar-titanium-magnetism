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ns0="http://schemas.openxmlformats.org/officeDocument/2006/relationships" id="267" ns0:id="rId16"/>
    <p:sldId xmlns:r="http://schemas.openxmlformats.org/officeDocument/2006/relationships" id="256" r:id="Red3ed0dd0cf04a7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3.xml"/><Relationship Id="R261727462de04e3f" Type="http://schemas.openxmlformats.org/officeDocument/2006/relationships/slide" Target="slides/slide7.xml"/><Relationship Id="R4e555600177b40e0" Type="http://schemas.openxmlformats.org/officeDocument/2006/relationships/slide" Target="slides/slide11.xml"/><Relationship Id="R52af155a88e44ea6" Type="http://schemas.openxmlformats.org/officeDocument/2006/relationships/slide" Target="slides/slide5.xml"/><Relationship Id="R98ce4bc5d6a149ed" Type="http://schemas.openxmlformats.org/officeDocument/2006/relationships/slide" Target="slides/slide4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8.xml"/><Relationship Id="Rda3b28f8b7414c66" Type="http://schemas.openxmlformats.org/officeDocument/2006/relationships/slide" Target="slides/slide10.xml"/><Relationship Id="Reb73d3d5554e4a10" Type="http://schemas.openxmlformats.org/officeDocument/2006/relationships/slide" Target="slides/slide2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6.xml"/><Relationship Id="Rfaaea65a11074022" Type="http://schemas.openxmlformats.org/officeDocument/2006/relationships/slide" Target="slides/slide9.xml"/><Relationship Id="Rfb503942820d489c" Type="http://schemas.openxmlformats.org/officeDocument/2006/relationships/theme" Target="theme/theme1.xml"/><Relationship Id="rId16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lemoon01110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  ·   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 no magnet behind it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core dynamo — so it should be magnetically dead.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Dated palaeointensity and Ti-bearing samples motivate a time-dependent core–mantle boundary melting and dynamo hypothesis.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.110579 vs null mean .031970, SD .026728 and 95th .106832 (p=.039604).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100 accepted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Criteria were committed in repository history, but there is no independent external timestamp.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global datasets,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Kaguya + Lunar Prospector surface vector map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 abundance map; mare-derived calibration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data products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(~910 km) and 60° (~1819 km) holdouts remain below the ~3752 km dependence range. Both nulls used the first 100 eligible 5/5-fold unique nonidentity shifts from 125 candidates; 12 four-fold candidates were rejected. Accepted prevalence: .007686–.022767.</a:t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plan predates the run in git history, but lacks an independent external timestamp.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+.0121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.2590 → .2712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−.002992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p=.78125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>INCONCLUSIVE_LOW_POWER</a:t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is suggestive but unstable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+.067614; +TiO₂ .125209 versus controls .057595 (p=.21875).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n=6,232 · 58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Controls R² .425691 → .438387; raw-Ti increment +.012696±.012575.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Both proxy checks remain descriptive: the mapped proxy footprint still supplies only one dependence-scale unit, not </a:t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an independent global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.088972 vs fold-matched null mean .112697, SD .056903 and 95th .225555 (p=.564356); H2 match p=.039604.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Treat this as a surface-proxy spatial study—not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3200">
                <a:solidFill>
                  <a:srgbClr val="FF0000"/>
                </a:solidFill>
              </a:defRPr>
            </a:pPr>
            <a:r>
              <a:t>DISCLAIMER: AI-ASSISTED LEARNING PROJECT</a:t>
            </a:r>
          </a:p>
          <a:p>
            <a:br/>
            <a:pPr>
              <a:defRPr sz="2400"/>
            </a:pPr>
            <a:r>
              <a:t>This presentation and the accompanying repository are educational projects created for learning and experience.</a:t>
            </a:r>
          </a:p>
          <a:p>
            <a:br/>
            <a:pPr>
              <a:defRPr sz="2400"/>
            </a:pPr>
            <a:r>
              <a:t>Large Language Models (AI) were used extensively to aid in completing, writing, and architecting this analysis pipeline and its documentation.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