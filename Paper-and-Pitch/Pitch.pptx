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8" ns0:id="rId17"/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4.xml"/><Relationship Id="R261727462de04e3f" Type="http://schemas.openxmlformats.org/officeDocument/2006/relationships/slide" Target="slides/slide8.xml"/><Relationship Id="R4e555600177b40e0" Type="http://schemas.openxmlformats.org/officeDocument/2006/relationships/slide" Target="slides/slide12.xml"/><Relationship Id="R52af155a88e44ea6" Type="http://schemas.openxmlformats.org/officeDocument/2006/relationships/slide" Target="slides/slide6.xml"/><Relationship Id="R98ce4bc5d6a149ed" Type="http://schemas.openxmlformats.org/officeDocument/2006/relationships/slide" Target="slides/slide5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9.xml"/><Relationship Id="Rda3b28f8b7414c66" Type="http://schemas.openxmlformats.org/officeDocument/2006/relationships/slide" Target="slides/slide11.xml"/><Relationship Id="Reb73d3d5554e4a10" Type="http://schemas.openxmlformats.org/officeDocument/2006/relationships/slide" Target="slides/slide3.xml"/><Relationship Id="Red3ed0dd0cf04a76" Type="http://schemas.openxmlformats.org/officeDocument/2006/relationships/slide" Target="slides/slide2.xml"/><Relationship Id="Rf9ea2e97723f4545" Type="http://schemas.openxmlformats.org/officeDocument/2006/relationships/slide" Target="slides/slide7.xml"/><Relationship Id="Rfaaea65a11074022" Type="http://schemas.openxmlformats.org/officeDocument/2006/relationships/slide" Target="slides/slide10.xml"/><Relationship Id="Rfb503942820d489c" Type="http://schemas.openxmlformats.org/officeDocument/2006/relationships/theme" Target="theme/theme1.xml"/><Relationship Id="rId16" Type="http://schemas.openxmlformats.org/officeDocument/2006/relationships/slide" Target="slides/slide1.xml"/><Relationship Id="rId17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3200">
                <a:solidFill>
                  <a:srgbClr val="FF0000"/>
                </a:solidFill>
              </a:defRPr>
            </a:pPr>
            <a:r>
              <a:t>DISCLAIMER: AI-ASSISTED LEARNING PROJECT</a:t>
            </a:r>
          </a:p>
          <a:p>
            <a:br/>
            <a:pPr>
              <a:defRPr sz="2400"/>
            </a:pPr>
            <a:r>
              <a:t>This presentation and the accompanying repository are educational projects created for learning and experience.</a:t>
            </a:r>
          </a:p>
          <a:p>
            <a:br/>
            <a:pPr>
              <a:defRPr sz="2400"/>
            </a:pPr>
            <a:r>
              <a:t>Large Language Models (AI) were used extensively to aid in completing, writing, and architecting this analysis pipeline and its documentation.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positive but not significant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 null here is failure-to-detect, not disproof: a surface-map co-location study, 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3200">
                <a:solidFill>
                  <a:srgbClr val="FF0000"/>
                </a:solidFill>
              </a:defRPr>
            </a:pPr>
            <a:r>
              <a:t>EDUCATIONAL &amp; AI-ASSISTED PROJECT</a:t>
            </a:r>
          </a:p>
          <a:p>
            <a:br/>
            <a:pPr>
              <a:defRPr sz="2400"/>
            </a:pPr>
            <a:r>
              <a:t>This presentation and the accompanying repository are a personal project created for learning and hands-on experience.</a:t>
            </a:r>
          </a:p>
          <a:p>
            <a:br/>
            <a:pPr>
              <a:defRPr sz="2400"/>
            </a:pPr>
            <a:r>
              <a:t>Artificial Intelligence (Large Language Models) was used extensively throughout its development to help write the code, understand the geophysical concepts, and rigorously catch statistical and logical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