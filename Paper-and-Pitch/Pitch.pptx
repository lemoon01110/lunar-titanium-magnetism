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ns0="http://schemas.openxmlformats.org/officeDocument/2006/relationships" id="267" ns0:id="rId16"/>
    <p:sldId xmlns:r="http://schemas.openxmlformats.org/officeDocument/2006/relationships" id="256" r:id="Red3ed0dd0cf04a7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3.xml"/><Relationship Id="R261727462de04e3f" Type="http://schemas.openxmlformats.org/officeDocument/2006/relationships/slide" Target="slides/slide7.xml"/><Relationship Id="R4e555600177b40e0" Type="http://schemas.openxmlformats.org/officeDocument/2006/relationships/slide" Target="slides/slide11.xml"/><Relationship Id="R52af155a88e44ea6" Type="http://schemas.openxmlformats.org/officeDocument/2006/relationships/slide" Target="slides/slide5.xml"/><Relationship Id="R98ce4bc5d6a149ed" Type="http://schemas.openxmlformats.org/officeDocument/2006/relationships/slide" Target="slides/slide4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8.xml"/><Relationship Id="Rda3b28f8b7414c66" Type="http://schemas.openxmlformats.org/officeDocument/2006/relationships/slide" Target="slides/slide10.xml"/><Relationship Id="Reb73d3d5554e4a10" Type="http://schemas.openxmlformats.org/officeDocument/2006/relationships/slide" Target="slides/slide2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6.xml"/><Relationship Id="Rfaaea65a11074022" Type="http://schemas.openxmlformats.org/officeDocument/2006/relationships/slide" Target="slides/slide9.xml"/><Relationship Id="Rfb503942820d489c" Type="http://schemas.openxmlformats.org/officeDocument/2006/relationships/theme" Target="theme/theme1.xml"/><Relationship Id="rId1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Criteria were committed in repository history, but there is no independent external timestamp.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predates the run in git history, but lacks an independent external timestamp.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suggestive but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study—not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F2A93B"/>
                </a:solidFill>
                <a:latin typeface="Cambria"/>
              </a:defRPr>
            </a:pPr>
            <a:r>
              <a:t>EDUCATIONAL &amp; AI-ASSISTED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3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EAF0FF"/>
                </a:solidFill>
                <a:latin typeface="Calibri"/>
              </a:defRPr>
            </a:pPr>
            <a:r>
              <a:t>This presentation and the accompanying repository are a personal project created for learning and hands-on experience.</a:t>
            </a:r>
          </a:p>
          <a:p>
            <a:pPr>
              <a:defRPr sz="2400">
                <a:solidFill>
                  <a:srgbClr val="9AA7C7"/>
                </a:solidFill>
                <a:latin typeface="Calibri"/>
              </a:defRPr>
            </a:pPr>
            <a:r>
              <a:t>Artificial Intelligence (Large Language Models) was used extensively throughout its development to help write the code, understand the geophysical concepts, and rigorously catch statistical and logical errors.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